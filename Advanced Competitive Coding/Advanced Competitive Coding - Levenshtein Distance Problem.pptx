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embeddedFontLst>
    <p:embeddedFont>
      <p:font typeface="Nunito Sans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iQwkQ+qrP04IpllLCCwB1SOAVC6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NunitoSans-bold.fntdata"/><Relationship Id="rId12" Type="http://schemas.openxmlformats.org/officeDocument/2006/relationships/font" Target="fonts/NunitoSans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NunitoSans-boldItalic.fntdata"/><Relationship Id="rId14" Type="http://schemas.openxmlformats.org/officeDocument/2006/relationships/font" Target="fonts/NunitoSans-italic.fntdata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N =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Root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2</a:t>
            </a:r>
            <a:endParaRPr b="1"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en-US"/>
              <a:t>Section End/Start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lang="en-US"/>
              <a:t>Use this at section’s start or end. For example: “Questions” or “Time for Practice”. To be used for Impacts (get the student’s attention). </a:t>
            </a:r>
            <a:endParaRPr/>
          </a:p>
        </p:txBody>
      </p:sp>
      <p:sp>
        <p:nvSpPr>
          <p:cNvPr id="93" name="Google Shape;9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Title + Text</a:t>
            </a:r>
            <a:endParaRPr/>
          </a:p>
        </p:txBody>
      </p:sp>
      <p:sp>
        <p:nvSpPr>
          <p:cNvPr id="100" name="Google Shape;10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Title + Text</a:t>
            </a:r>
            <a:endParaRPr/>
          </a:p>
        </p:txBody>
      </p:sp>
      <p:sp>
        <p:nvSpPr>
          <p:cNvPr id="119" name="Google Shape;11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Thank you slide</a:t>
            </a:r>
            <a:endParaRPr/>
          </a:p>
        </p:txBody>
      </p:sp>
      <p:sp>
        <p:nvSpPr>
          <p:cNvPr id="222" name="Google Shape;22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8" name="Google Shape;2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40578" y="3105000"/>
            <a:ext cx="5110844" cy="6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5136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/>
        </p:nvSpPr>
        <p:spPr>
          <a:xfrm>
            <a:off x="0" y="3055701"/>
            <a:ext cx="12192000" cy="8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Nunito Sans"/>
              <a:buNone/>
            </a:pPr>
            <a:r>
              <a:rPr b="1" lang="en-US" sz="5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Levenshtein Distance </a:t>
            </a:r>
            <a:endParaRPr b="1" i="0" sz="5400" u="none" cap="none" strike="noStrike">
              <a:solidFill>
                <a:srgbClr val="FFFF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96" name="Google Shape;9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600" y="6202800"/>
            <a:ext cx="2356664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/>
        </p:nvSpPr>
        <p:spPr>
          <a:xfrm>
            <a:off x="609600" y="782055"/>
            <a:ext cx="111363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Levenshtein Distance</a:t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762000" y="685802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b="1" lang="en-US" sz="2500">
                <a:latin typeface="Nunito Sans"/>
                <a:ea typeface="Nunito Sans"/>
                <a:cs typeface="Nunito Sans"/>
                <a:sym typeface="Nunito Sans"/>
              </a:rPr>
              <a:t>Sample Input: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 b="1" sz="2500"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 b="1" sz="2500"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 b="1" sz="2500"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 sz="2500"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 b="1" sz="2500"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b="1" lang="en-US" sz="2500">
                <a:latin typeface="Nunito Sans"/>
                <a:ea typeface="Nunito Sans"/>
                <a:cs typeface="Nunito Sans"/>
                <a:sym typeface="Nunito Sans"/>
              </a:rPr>
              <a:t>Sample Output: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US" sz="2500">
                <a:latin typeface="Nunito Sans"/>
                <a:ea typeface="Nunito Sans"/>
                <a:cs typeface="Nunito Sans"/>
                <a:sym typeface="Nunito Sans"/>
              </a:rPr>
              <a:t>3</a:t>
            </a:r>
            <a:endParaRPr/>
          </a:p>
        </p:txBody>
      </p:sp>
      <p:grpSp>
        <p:nvGrpSpPr>
          <p:cNvPr id="105" name="Google Shape;105;p3"/>
          <p:cNvGrpSpPr/>
          <p:nvPr/>
        </p:nvGrpSpPr>
        <p:grpSpPr>
          <a:xfrm>
            <a:off x="766969" y="2209800"/>
            <a:ext cx="3400839" cy="533400"/>
            <a:chOff x="3810000" y="2209800"/>
            <a:chExt cx="3400839" cy="533400"/>
          </a:xfrm>
        </p:grpSpPr>
        <p:sp>
          <p:nvSpPr>
            <p:cNvPr id="106" name="Google Shape;106;p3"/>
            <p:cNvSpPr/>
            <p:nvPr/>
          </p:nvSpPr>
          <p:spPr>
            <a:xfrm>
              <a:off x="3810000" y="2209800"/>
              <a:ext cx="685800" cy="5334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S</a:t>
              </a: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4490831" y="2209800"/>
              <a:ext cx="685800" cy="5334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T</a:t>
              </a: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5173317" y="2209800"/>
              <a:ext cx="685800" cy="5334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P</a:t>
              </a: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5854148" y="2209800"/>
              <a:ext cx="685800" cy="5334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O</a:t>
              </a:r>
              <a:endParaRPr/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6525039" y="2209800"/>
              <a:ext cx="685800" cy="5334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R</a:t>
              </a:r>
              <a:endParaRPr/>
            </a:p>
          </p:txBody>
        </p:sp>
      </p:grpSp>
      <p:sp>
        <p:nvSpPr>
          <p:cNvPr id="111" name="Google Shape;111;p3"/>
          <p:cNvSpPr/>
          <p:nvPr/>
        </p:nvSpPr>
        <p:spPr>
          <a:xfrm>
            <a:off x="762000" y="3284709"/>
            <a:ext cx="685800" cy="5334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O</a:t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1444486" y="3284709"/>
            <a:ext cx="685800" cy="5334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T</a:t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2125317" y="3284709"/>
            <a:ext cx="685800" cy="5334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P</a:t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2816086" y="3284709"/>
            <a:ext cx="685800" cy="53848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X</a:t>
            </a:r>
            <a:endParaRPr/>
          </a:p>
        </p:txBody>
      </p:sp>
      <p:pic>
        <p:nvPicPr>
          <p:cNvPr id="115" name="Google Shape;11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600" y="6202800"/>
            <a:ext cx="2356664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/>
          <p:nvPr/>
        </p:nvSpPr>
        <p:spPr>
          <a:xfrm>
            <a:off x="609600" y="782055"/>
            <a:ext cx="111363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Levenshtein Distance</a:t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762000" y="685802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" name="Google Shape;123;p4"/>
          <p:cNvGrpSpPr/>
          <p:nvPr/>
        </p:nvGrpSpPr>
        <p:grpSpPr>
          <a:xfrm>
            <a:off x="2590800" y="1905000"/>
            <a:ext cx="4800600" cy="3628317"/>
            <a:chOff x="3429000" y="2187389"/>
            <a:chExt cx="4800600" cy="3628317"/>
          </a:xfrm>
        </p:grpSpPr>
        <p:sp>
          <p:nvSpPr>
            <p:cNvPr id="124" name="Google Shape;124;p4"/>
            <p:cNvSpPr/>
            <p:nvPr/>
          </p:nvSpPr>
          <p:spPr>
            <a:xfrm>
              <a:off x="4114800" y="2187389"/>
              <a:ext cx="685800" cy="6096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$</a:t>
              </a:r>
              <a:endParaRPr/>
            </a:p>
          </p:txBody>
        </p:sp>
        <p:sp>
          <p:nvSpPr>
            <p:cNvPr id="125" name="Google Shape;125;p4"/>
            <p:cNvSpPr/>
            <p:nvPr/>
          </p:nvSpPr>
          <p:spPr>
            <a:xfrm>
              <a:off x="4800600" y="2187389"/>
              <a:ext cx="685800" cy="6096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S</a:t>
              </a:r>
              <a:endParaRPr/>
            </a:p>
          </p:txBody>
        </p:sp>
        <p:sp>
          <p:nvSpPr>
            <p:cNvPr id="126" name="Google Shape;126;p4"/>
            <p:cNvSpPr/>
            <p:nvPr/>
          </p:nvSpPr>
          <p:spPr>
            <a:xfrm>
              <a:off x="5486400" y="2187389"/>
              <a:ext cx="685800" cy="6096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T</a:t>
              </a:r>
              <a:endParaRPr/>
            </a:p>
          </p:txBody>
        </p:sp>
        <p:sp>
          <p:nvSpPr>
            <p:cNvPr id="127" name="Google Shape;127;p4"/>
            <p:cNvSpPr/>
            <p:nvPr/>
          </p:nvSpPr>
          <p:spPr>
            <a:xfrm>
              <a:off x="6172200" y="2187389"/>
              <a:ext cx="685800" cy="6096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P</a:t>
              </a:r>
              <a:endParaRPr/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6858000" y="2187389"/>
              <a:ext cx="685800" cy="6096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O</a:t>
              </a:r>
              <a:endParaRPr/>
            </a:p>
          </p:txBody>
        </p:sp>
        <p:sp>
          <p:nvSpPr>
            <p:cNvPr id="129" name="Google Shape;129;p4"/>
            <p:cNvSpPr/>
            <p:nvPr/>
          </p:nvSpPr>
          <p:spPr>
            <a:xfrm>
              <a:off x="7543800" y="2187389"/>
              <a:ext cx="685800" cy="6096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R</a:t>
              </a:r>
              <a:endParaRPr/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3429000" y="2187389"/>
              <a:ext cx="685800" cy="6096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ED</a:t>
              </a:r>
              <a:endParaRPr/>
            </a:p>
          </p:txBody>
        </p:sp>
        <p:sp>
          <p:nvSpPr>
            <p:cNvPr id="131" name="Google Shape;131;p4"/>
            <p:cNvSpPr/>
            <p:nvPr/>
          </p:nvSpPr>
          <p:spPr>
            <a:xfrm>
              <a:off x="4114800" y="2796989"/>
              <a:ext cx="685800" cy="6096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4800600" y="2796989"/>
              <a:ext cx="685800" cy="6096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33" name="Google Shape;133;p4"/>
            <p:cNvSpPr/>
            <p:nvPr/>
          </p:nvSpPr>
          <p:spPr>
            <a:xfrm>
              <a:off x="6172200" y="2796989"/>
              <a:ext cx="685800" cy="6096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6858000" y="2796989"/>
              <a:ext cx="685800" cy="6096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35" name="Google Shape;135;p4"/>
            <p:cNvSpPr/>
            <p:nvPr/>
          </p:nvSpPr>
          <p:spPr>
            <a:xfrm>
              <a:off x="7543800" y="2796989"/>
              <a:ext cx="685800" cy="6096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3429000" y="2796989"/>
              <a:ext cx="685800" cy="6096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$</a:t>
              </a:r>
              <a:endParaRPr/>
            </a:p>
          </p:txBody>
        </p:sp>
        <p:sp>
          <p:nvSpPr>
            <p:cNvPr id="137" name="Google Shape;137;p4"/>
            <p:cNvSpPr/>
            <p:nvPr/>
          </p:nvSpPr>
          <p:spPr>
            <a:xfrm>
              <a:off x="4114800" y="3406310"/>
              <a:ext cx="685800" cy="6096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4800600" y="3406310"/>
              <a:ext cx="685800" cy="6096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39" name="Google Shape;139;p4"/>
            <p:cNvSpPr/>
            <p:nvPr/>
          </p:nvSpPr>
          <p:spPr>
            <a:xfrm>
              <a:off x="5486400" y="3406310"/>
              <a:ext cx="685800" cy="6096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40" name="Google Shape;140;p4"/>
            <p:cNvSpPr/>
            <p:nvPr/>
          </p:nvSpPr>
          <p:spPr>
            <a:xfrm>
              <a:off x="6172200" y="3406310"/>
              <a:ext cx="685800" cy="6096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41" name="Google Shape;141;p4"/>
            <p:cNvSpPr/>
            <p:nvPr/>
          </p:nvSpPr>
          <p:spPr>
            <a:xfrm>
              <a:off x="6858000" y="3406310"/>
              <a:ext cx="685800" cy="586759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7543800" y="3406310"/>
              <a:ext cx="685800" cy="6096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3429000" y="3406310"/>
              <a:ext cx="685800" cy="6096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O</a:t>
              </a:r>
              <a:endParaRPr/>
            </a:p>
          </p:txBody>
        </p:sp>
        <p:sp>
          <p:nvSpPr>
            <p:cNvPr id="144" name="Google Shape;144;p4"/>
            <p:cNvSpPr/>
            <p:nvPr/>
          </p:nvSpPr>
          <p:spPr>
            <a:xfrm>
              <a:off x="4114800" y="3993777"/>
              <a:ext cx="685800" cy="6096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45" name="Google Shape;145;p4"/>
            <p:cNvSpPr/>
            <p:nvPr/>
          </p:nvSpPr>
          <p:spPr>
            <a:xfrm>
              <a:off x="4800600" y="3993777"/>
              <a:ext cx="685800" cy="6096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46" name="Google Shape;146;p4"/>
            <p:cNvSpPr/>
            <p:nvPr/>
          </p:nvSpPr>
          <p:spPr>
            <a:xfrm>
              <a:off x="5486400" y="3993777"/>
              <a:ext cx="685800" cy="6096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47" name="Google Shape;147;p4"/>
            <p:cNvSpPr/>
            <p:nvPr/>
          </p:nvSpPr>
          <p:spPr>
            <a:xfrm>
              <a:off x="6172200" y="3993777"/>
              <a:ext cx="685800" cy="6096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48" name="Google Shape;148;p4"/>
            <p:cNvSpPr/>
            <p:nvPr/>
          </p:nvSpPr>
          <p:spPr>
            <a:xfrm>
              <a:off x="6858000" y="3993777"/>
              <a:ext cx="685800" cy="6096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49" name="Google Shape;149;p4"/>
            <p:cNvSpPr/>
            <p:nvPr/>
          </p:nvSpPr>
          <p:spPr>
            <a:xfrm>
              <a:off x="7543800" y="3993777"/>
              <a:ext cx="685800" cy="6096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50" name="Google Shape;150;p4"/>
            <p:cNvSpPr/>
            <p:nvPr/>
          </p:nvSpPr>
          <p:spPr>
            <a:xfrm>
              <a:off x="3429000" y="3993777"/>
              <a:ext cx="685800" cy="6096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T</a:t>
              </a:r>
              <a:endParaRPr/>
            </a:p>
          </p:txBody>
        </p:sp>
        <p:sp>
          <p:nvSpPr>
            <p:cNvPr id="151" name="Google Shape;151;p4"/>
            <p:cNvSpPr/>
            <p:nvPr/>
          </p:nvSpPr>
          <p:spPr>
            <a:xfrm>
              <a:off x="4114800" y="4600081"/>
              <a:ext cx="685800" cy="6096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52" name="Google Shape;152;p4"/>
            <p:cNvSpPr/>
            <p:nvPr/>
          </p:nvSpPr>
          <p:spPr>
            <a:xfrm>
              <a:off x="4800600" y="4600081"/>
              <a:ext cx="685800" cy="6096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53" name="Google Shape;153;p4"/>
            <p:cNvSpPr/>
            <p:nvPr/>
          </p:nvSpPr>
          <p:spPr>
            <a:xfrm>
              <a:off x="5481619" y="4600081"/>
              <a:ext cx="690581" cy="6096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54" name="Google Shape;154;p4"/>
            <p:cNvSpPr/>
            <p:nvPr/>
          </p:nvSpPr>
          <p:spPr>
            <a:xfrm>
              <a:off x="6172200" y="4600081"/>
              <a:ext cx="685800" cy="6096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55" name="Google Shape;155;p4"/>
            <p:cNvSpPr/>
            <p:nvPr/>
          </p:nvSpPr>
          <p:spPr>
            <a:xfrm>
              <a:off x="6858000" y="4600081"/>
              <a:ext cx="685800" cy="6096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56" name="Google Shape;156;p4"/>
            <p:cNvSpPr/>
            <p:nvPr/>
          </p:nvSpPr>
          <p:spPr>
            <a:xfrm>
              <a:off x="7543800" y="4600081"/>
              <a:ext cx="685800" cy="6096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57" name="Google Shape;157;p4"/>
            <p:cNvSpPr/>
            <p:nvPr/>
          </p:nvSpPr>
          <p:spPr>
            <a:xfrm>
              <a:off x="3429000" y="4600081"/>
              <a:ext cx="685800" cy="6096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P</a:t>
              </a:r>
              <a:endParaRPr/>
            </a:p>
          </p:txBody>
        </p:sp>
        <p:sp>
          <p:nvSpPr>
            <p:cNvPr id="158" name="Google Shape;158;p4"/>
            <p:cNvSpPr/>
            <p:nvPr/>
          </p:nvSpPr>
          <p:spPr>
            <a:xfrm>
              <a:off x="4114800" y="5206106"/>
              <a:ext cx="685800" cy="6096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59" name="Google Shape;159;p4"/>
            <p:cNvSpPr/>
            <p:nvPr/>
          </p:nvSpPr>
          <p:spPr>
            <a:xfrm>
              <a:off x="4800600" y="5206106"/>
              <a:ext cx="685800" cy="6096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60" name="Google Shape;160;p4"/>
            <p:cNvSpPr/>
            <p:nvPr/>
          </p:nvSpPr>
          <p:spPr>
            <a:xfrm>
              <a:off x="5482934" y="5206106"/>
              <a:ext cx="689266" cy="6096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61" name="Google Shape;161;p4"/>
            <p:cNvSpPr/>
            <p:nvPr/>
          </p:nvSpPr>
          <p:spPr>
            <a:xfrm>
              <a:off x="6172200" y="5206106"/>
              <a:ext cx="685800" cy="6096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62" name="Google Shape;162;p4"/>
            <p:cNvSpPr/>
            <p:nvPr/>
          </p:nvSpPr>
          <p:spPr>
            <a:xfrm>
              <a:off x="6858000" y="5206106"/>
              <a:ext cx="685800" cy="6096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63" name="Google Shape;163;p4"/>
            <p:cNvSpPr/>
            <p:nvPr/>
          </p:nvSpPr>
          <p:spPr>
            <a:xfrm>
              <a:off x="7543800" y="5206106"/>
              <a:ext cx="685800" cy="6096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164" name="Google Shape;164;p4"/>
            <p:cNvSpPr/>
            <p:nvPr/>
          </p:nvSpPr>
          <p:spPr>
            <a:xfrm>
              <a:off x="3429000" y="5206106"/>
              <a:ext cx="685800" cy="6096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chemeClr val="dk1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X</a:t>
              </a:r>
              <a:endParaRPr/>
            </a:p>
          </p:txBody>
        </p:sp>
      </p:grpSp>
      <p:sp>
        <p:nvSpPr>
          <p:cNvPr id="165" name="Google Shape;165;p4"/>
          <p:cNvSpPr/>
          <p:nvPr/>
        </p:nvSpPr>
        <p:spPr>
          <a:xfrm>
            <a:off x="3276600" y="2516721"/>
            <a:ext cx="685800" cy="609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0</a:t>
            </a:r>
            <a:endParaRPr/>
          </a:p>
        </p:txBody>
      </p:sp>
      <p:sp>
        <p:nvSpPr>
          <p:cNvPr id="166" name="Google Shape;166;p4"/>
          <p:cNvSpPr/>
          <p:nvPr/>
        </p:nvSpPr>
        <p:spPr>
          <a:xfrm>
            <a:off x="3276600" y="3126142"/>
            <a:ext cx="685800" cy="58882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1</a:t>
            </a:r>
            <a:endParaRPr/>
          </a:p>
        </p:txBody>
      </p:sp>
      <p:sp>
        <p:nvSpPr>
          <p:cNvPr id="167" name="Google Shape;167;p4"/>
          <p:cNvSpPr/>
          <p:nvPr/>
        </p:nvSpPr>
        <p:spPr>
          <a:xfrm>
            <a:off x="3276600" y="3711388"/>
            <a:ext cx="685800" cy="609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2</a:t>
            </a:r>
            <a:endParaRPr/>
          </a:p>
        </p:txBody>
      </p:sp>
      <p:sp>
        <p:nvSpPr>
          <p:cNvPr id="168" name="Google Shape;168;p4"/>
          <p:cNvSpPr/>
          <p:nvPr/>
        </p:nvSpPr>
        <p:spPr>
          <a:xfrm>
            <a:off x="3276600" y="4317692"/>
            <a:ext cx="685800" cy="609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3</a:t>
            </a:r>
            <a:endParaRPr/>
          </a:p>
        </p:txBody>
      </p:sp>
      <p:sp>
        <p:nvSpPr>
          <p:cNvPr id="169" name="Google Shape;169;p4"/>
          <p:cNvSpPr/>
          <p:nvPr/>
        </p:nvSpPr>
        <p:spPr>
          <a:xfrm>
            <a:off x="3276600" y="4923717"/>
            <a:ext cx="685800" cy="609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4</a:t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3962400" y="2514743"/>
            <a:ext cx="685800" cy="60917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1</a:t>
            </a:r>
            <a:endParaRPr/>
          </a:p>
        </p:txBody>
      </p:sp>
      <p:sp>
        <p:nvSpPr>
          <p:cNvPr id="171" name="Google Shape;171;p4"/>
          <p:cNvSpPr/>
          <p:nvPr/>
        </p:nvSpPr>
        <p:spPr>
          <a:xfrm>
            <a:off x="4648200" y="2513124"/>
            <a:ext cx="685800" cy="61065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2</a:t>
            </a:r>
            <a:endParaRPr/>
          </a:p>
        </p:txBody>
      </p:sp>
      <p:sp>
        <p:nvSpPr>
          <p:cNvPr id="172" name="Google Shape;172;p4"/>
          <p:cNvSpPr/>
          <p:nvPr/>
        </p:nvSpPr>
        <p:spPr>
          <a:xfrm>
            <a:off x="5334000" y="2513734"/>
            <a:ext cx="685800" cy="61004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3</a:t>
            </a:r>
            <a:endParaRPr/>
          </a:p>
        </p:txBody>
      </p:sp>
      <p:sp>
        <p:nvSpPr>
          <p:cNvPr id="173" name="Google Shape;173;p4"/>
          <p:cNvSpPr/>
          <p:nvPr/>
        </p:nvSpPr>
        <p:spPr>
          <a:xfrm>
            <a:off x="6019800" y="2516721"/>
            <a:ext cx="685800" cy="609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4</a:t>
            </a:r>
            <a:endParaRPr/>
          </a:p>
        </p:txBody>
      </p:sp>
      <p:sp>
        <p:nvSpPr>
          <p:cNvPr id="174" name="Google Shape;174;p4"/>
          <p:cNvSpPr/>
          <p:nvPr/>
        </p:nvSpPr>
        <p:spPr>
          <a:xfrm>
            <a:off x="6705600" y="2517239"/>
            <a:ext cx="685800" cy="609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5</a:t>
            </a:r>
            <a:endParaRPr/>
          </a:p>
        </p:txBody>
      </p:sp>
      <p:sp>
        <p:nvSpPr>
          <p:cNvPr id="175" name="Google Shape;175;p4"/>
          <p:cNvSpPr/>
          <p:nvPr/>
        </p:nvSpPr>
        <p:spPr>
          <a:xfrm>
            <a:off x="3962400" y="3124132"/>
            <a:ext cx="685800" cy="58381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1</a:t>
            </a:r>
            <a:endParaRPr/>
          </a:p>
        </p:txBody>
      </p:sp>
      <p:sp>
        <p:nvSpPr>
          <p:cNvPr id="176" name="Google Shape;176;p4"/>
          <p:cNvSpPr/>
          <p:nvPr/>
        </p:nvSpPr>
        <p:spPr>
          <a:xfrm>
            <a:off x="4648200" y="3119968"/>
            <a:ext cx="685800" cy="58798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2</a:t>
            </a:r>
            <a:endParaRPr/>
          </a:p>
        </p:txBody>
      </p:sp>
      <p:sp>
        <p:nvSpPr>
          <p:cNvPr id="177" name="Google Shape;177;p4"/>
          <p:cNvSpPr/>
          <p:nvPr/>
        </p:nvSpPr>
        <p:spPr>
          <a:xfrm>
            <a:off x="5333402" y="3123213"/>
            <a:ext cx="685800" cy="58473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3</a:t>
            </a:r>
            <a:endParaRPr/>
          </a:p>
        </p:txBody>
      </p:sp>
      <p:sp>
        <p:nvSpPr>
          <p:cNvPr id="178" name="Google Shape;178;p4"/>
          <p:cNvSpPr/>
          <p:nvPr/>
        </p:nvSpPr>
        <p:spPr>
          <a:xfrm>
            <a:off x="6019501" y="3122931"/>
            <a:ext cx="685800" cy="59109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3</a:t>
            </a:r>
            <a:endParaRPr/>
          </a:p>
        </p:txBody>
      </p:sp>
      <p:sp>
        <p:nvSpPr>
          <p:cNvPr id="179" name="Google Shape;179;p4"/>
          <p:cNvSpPr/>
          <p:nvPr/>
        </p:nvSpPr>
        <p:spPr>
          <a:xfrm>
            <a:off x="6705600" y="3126750"/>
            <a:ext cx="685800" cy="58798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4</a:t>
            </a:r>
            <a:endParaRPr/>
          </a:p>
        </p:txBody>
      </p:sp>
      <p:sp>
        <p:nvSpPr>
          <p:cNvPr id="180" name="Google Shape;180;p4"/>
          <p:cNvSpPr/>
          <p:nvPr/>
        </p:nvSpPr>
        <p:spPr>
          <a:xfrm>
            <a:off x="3961802" y="3706162"/>
            <a:ext cx="685800" cy="609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2</a:t>
            </a:r>
            <a:endParaRPr/>
          </a:p>
        </p:txBody>
      </p:sp>
      <p:sp>
        <p:nvSpPr>
          <p:cNvPr id="181" name="Google Shape;181;p4"/>
          <p:cNvSpPr/>
          <p:nvPr/>
        </p:nvSpPr>
        <p:spPr>
          <a:xfrm>
            <a:off x="4646107" y="3711320"/>
            <a:ext cx="685800" cy="60443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1</a:t>
            </a:r>
            <a:endParaRPr/>
          </a:p>
        </p:txBody>
      </p:sp>
      <p:sp>
        <p:nvSpPr>
          <p:cNvPr id="182" name="Google Shape;182;p4"/>
          <p:cNvSpPr/>
          <p:nvPr/>
        </p:nvSpPr>
        <p:spPr>
          <a:xfrm>
            <a:off x="5332655" y="3708555"/>
            <a:ext cx="685800" cy="60871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2</a:t>
            </a:r>
            <a:endParaRPr/>
          </a:p>
        </p:txBody>
      </p:sp>
      <p:sp>
        <p:nvSpPr>
          <p:cNvPr id="183" name="Google Shape;183;p4"/>
          <p:cNvSpPr/>
          <p:nvPr/>
        </p:nvSpPr>
        <p:spPr>
          <a:xfrm>
            <a:off x="6013704" y="3715072"/>
            <a:ext cx="694286" cy="59927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3</a:t>
            </a:r>
            <a:endParaRPr/>
          </a:p>
        </p:txBody>
      </p:sp>
      <p:sp>
        <p:nvSpPr>
          <p:cNvPr id="184" name="Google Shape;184;p4"/>
          <p:cNvSpPr/>
          <p:nvPr/>
        </p:nvSpPr>
        <p:spPr>
          <a:xfrm>
            <a:off x="6703209" y="3714496"/>
            <a:ext cx="690582" cy="60350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4</a:t>
            </a:r>
            <a:endParaRPr/>
          </a:p>
        </p:txBody>
      </p:sp>
      <p:sp>
        <p:nvSpPr>
          <p:cNvPr id="185" name="Google Shape;185;p4"/>
          <p:cNvSpPr/>
          <p:nvPr/>
        </p:nvSpPr>
        <p:spPr>
          <a:xfrm>
            <a:off x="3963715" y="4317725"/>
            <a:ext cx="679704" cy="609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3</a:t>
            </a:r>
            <a:endParaRPr/>
          </a:p>
        </p:txBody>
      </p:sp>
      <p:sp>
        <p:nvSpPr>
          <p:cNvPr id="186" name="Google Shape;186;p4"/>
          <p:cNvSpPr/>
          <p:nvPr/>
        </p:nvSpPr>
        <p:spPr>
          <a:xfrm>
            <a:off x="4647602" y="4315905"/>
            <a:ext cx="689086" cy="609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2</a:t>
            </a:r>
            <a:endParaRPr/>
          </a:p>
        </p:txBody>
      </p:sp>
      <p:sp>
        <p:nvSpPr>
          <p:cNvPr id="187" name="Google Shape;187;p4"/>
          <p:cNvSpPr/>
          <p:nvPr/>
        </p:nvSpPr>
        <p:spPr>
          <a:xfrm>
            <a:off x="5334537" y="4313940"/>
            <a:ext cx="685800" cy="61162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1</a:t>
            </a:r>
            <a:endParaRPr/>
          </a:p>
        </p:txBody>
      </p:sp>
      <p:sp>
        <p:nvSpPr>
          <p:cNvPr id="188" name="Google Shape;188;p4"/>
          <p:cNvSpPr/>
          <p:nvPr/>
        </p:nvSpPr>
        <p:spPr>
          <a:xfrm>
            <a:off x="6031753" y="4315906"/>
            <a:ext cx="685800" cy="60907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2</a:t>
            </a:r>
            <a:endParaRPr/>
          </a:p>
        </p:txBody>
      </p:sp>
      <p:sp>
        <p:nvSpPr>
          <p:cNvPr id="189" name="Google Shape;189;p4"/>
          <p:cNvSpPr/>
          <p:nvPr/>
        </p:nvSpPr>
        <p:spPr>
          <a:xfrm>
            <a:off x="6708289" y="4312279"/>
            <a:ext cx="688190" cy="61328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3</a:t>
            </a:r>
            <a:endParaRPr/>
          </a:p>
        </p:txBody>
      </p:sp>
      <p:sp>
        <p:nvSpPr>
          <p:cNvPr id="190" name="Google Shape;190;p4"/>
          <p:cNvSpPr/>
          <p:nvPr/>
        </p:nvSpPr>
        <p:spPr>
          <a:xfrm>
            <a:off x="3964732" y="4924978"/>
            <a:ext cx="680002" cy="609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4</a:t>
            </a:r>
            <a:endParaRPr/>
          </a:p>
        </p:txBody>
      </p:sp>
      <p:sp>
        <p:nvSpPr>
          <p:cNvPr id="191" name="Google Shape;191;p4"/>
          <p:cNvSpPr/>
          <p:nvPr/>
        </p:nvSpPr>
        <p:spPr>
          <a:xfrm>
            <a:off x="4644733" y="4922755"/>
            <a:ext cx="690461" cy="609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3</a:t>
            </a:r>
            <a:endParaRPr/>
          </a:p>
        </p:txBody>
      </p:sp>
      <p:sp>
        <p:nvSpPr>
          <p:cNvPr id="192" name="Google Shape;192;p4"/>
          <p:cNvSpPr/>
          <p:nvPr/>
        </p:nvSpPr>
        <p:spPr>
          <a:xfrm>
            <a:off x="5331786" y="4922982"/>
            <a:ext cx="689086" cy="609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2</a:t>
            </a:r>
            <a:endParaRPr/>
          </a:p>
        </p:txBody>
      </p:sp>
      <p:sp>
        <p:nvSpPr>
          <p:cNvPr id="193" name="Google Shape;193;p4"/>
          <p:cNvSpPr/>
          <p:nvPr/>
        </p:nvSpPr>
        <p:spPr>
          <a:xfrm>
            <a:off x="6019202" y="4922755"/>
            <a:ext cx="689086" cy="609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2</a:t>
            </a:r>
            <a:endParaRPr/>
          </a:p>
        </p:txBody>
      </p:sp>
      <p:sp>
        <p:nvSpPr>
          <p:cNvPr id="194" name="Google Shape;194;p4"/>
          <p:cNvSpPr/>
          <p:nvPr/>
        </p:nvSpPr>
        <p:spPr>
          <a:xfrm>
            <a:off x="6708288" y="4924518"/>
            <a:ext cx="688190" cy="60953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3</a:t>
            </a:r>
            <a:endParaRPr/>
          </a:p>
        </p:txBody>
      </p:sp>
      <p:sp>
        <p:nvSpPr>
          <p:cNvPr id="195" name="Google Shape;195;p4"/>
          <p:cNvSpPr/>
          <p:nvPr/>
        </p:nvSpPr>
        <p:spPr>
          <a:xfrm>
            <a:off x="6714590" y="4929998"/>
            <a:ext cx="688190" cy="609533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2857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3</a:t>
            </a:r>
            <a:endParaRPr/>
          </a:p>
        </p:txBody>
      </p:sp>
      <p:sp>
        <p:nvSpPr>
          <p:cNvPr id="196" name="Google Shape;196;p4"/>
          <p:cNvSpPr/>
          <p:nvPr/>
        </p:nvSpPr>
        <p:spPr>
          <a:xfrm>
            <a:off x="6026348" y="4929997"/>
            <a:ext cx="688190" cy="609533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2857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2</a:t>
            </a:r>
            <a:endParaRPr/>
          </a:p>
        </p:txBody>
      </p:sp>
      <p:sp>
        <p:nvSpPr>
          <p:cNvPr id="197" name="Google Shape;197;p4"/>
          <p:cNvSpPr/>
          <p:nvPr/>
        </p:nvSpPr>
        <p:spPr>
          <a:xfrm>
            <a:off x="5332206" y="4314803"/>
            <a:ext cx="688190" cy="609533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2857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1</a:t>
            </a:r>
            <a:endParaRPr/>
          </a:p>
        </p:txBody>
      </p:sp>
      <p:sp>
        <p:nvSpPr>
          <p:cNvPr id="198" name="Google Shape;198;p4"/>
          <p:cNvSpPr/>
          <p:nvPr/>
        </p:nvSpPr>
        <p:spPr>
          <a:xfrm>
            <a:off x="4645037" y="3714027"/>
            <a:ext cx="688190" cy="609533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2857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1</a:t>
            </a:r>
            <a:endParaRPr/>
          </a:p>
        </p:txBody>
      </p:sp>
      <p:sp>
        <p:nvSpPr>
          <p:cNvPr id="199" name="Google Shape;199;p4"/>
          <p:cNvSpPr/>
          <p:nvPr/>
        </p:nvSpPr>
        <p:spPr>
          <a:xfrm>
            <a:off x="3960160" y="3116580"/>
            <a:ext cx="688190" cy="588599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2857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1</a:t>
            </a:r>
            <a:endParaRPr/>
          </a:p>
        </p:txBody>
      </p:sp>
      <p:sp>
        <p:nvSpPr>
          <p:cNvPr id="200" name="Google Shape;200;p4"/>
          <p:cNvSpPr/>
          <p:nvPr/>
        </p:nvSpPr>
        <p:spPr>
          <a:xfrm>
            <a:off x="3279377" y="2516340"/>
            <a:ext cx="688190" cy="609533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2857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0</a:t>
            </a:r>
            <a:endParaRPr/>
          </a:p>
        </p:txBody>
      </p:sp>
      <p:sp>
        <p:nvSpPr>
          <p:cNvPr id="201" name="Google Shape;201;p4"/>
          <p:cNvSpPr/>
          <p:nvPr/>
        </p:nvSpPr>
        <p:spPr>
          <a:xfrm>
            <a:off x="8153400" y="3259741"/>
            <a:ext cx="3190741" cy="890876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Minimum edit is 3</a:t>
            </a:r>
            <a:endParaRPr/>
          </a:p>
        </p:txBody>
      </p:sp>
      <p:pic>
        <p:nvPicPr>
          <p:cNvPr id="202" name="Google Shape;20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600" y="6202800"/>
            <a:ext cx="2356664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400" lIns="548625" spcFirstLastPara="1" rIns="91425" wrap="square" tIns="100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import java.util.*;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class Main{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	public static void main(String arg[]){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   String s,t;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   Scanner sc=new Scanner(System.in);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   s = sc.nextLine();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   t = sc.nextLine();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Solution ob = new Solution();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int ans = ob.editDistance(s, t);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System.out.println(ans);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class Solution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static int min(int x, int y, int z){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if (x &lt;= y &amp;&amp; x &lt;= z)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return x;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if (y &lt;= x &amp;&amp; y &lt;= z)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return y;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else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return z;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/>
          </a:p>
        </p:txBody>
      </p:sp>
      <p:sp>
        <p:nvSpPr>
          <p:cNvPr id="208" name="Google Shape;208;p5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dk1">
              <a:alpha val="67843"/>
            </a:schemeClr>
          </a:solidFill>
          <a:ln>
            <a:noFill/>
          </a:ln>
        </p:spPr>
        <p:txBody>
          <a:bodyPr anchorCtr="0" anchor="t" bIns="9144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0" y="53928"/>
            <a:ext cx="533400" cy="6781798"/>
          </a:xfrm>
          <a:prstGeom prst="rect">
            <a:avLst/>
          </a:prstGeom>
          <a:solidFill>
            <a:schemeClr val="dk1">
              <a:alpha val="67843"/>
            </a:schemeClr>
          </a:solidFill>
          <a:ln>
            <a:noFill/>
          </a:ln>
        </p:spPr>
        <p:txBody>
          <a:bodyPr anchorCtr="0" anchor="t" bIns="9144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15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16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17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18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19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21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22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FF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10" name="Google Shape;21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600" y="6202800"/>
            <a:ext cx="2356664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6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400" lIns="548625" spcFirstLastPara="1" rIns="91425" wrap="square" tIns="100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int editDistance(String str1, String str2)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int m = str1.length();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int n = str2.length();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int dp[][] = new int[m + 1][n + 1];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for (int i = 0; i &lt;= m; i++)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for (int j = 0; j &lt;= n; j++)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if (i == 0)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dp[i][j] = j;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else if (j == 0)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dp[i][j] = i;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else if (str1.charAt(i - 1) == str2.charAt(j - 1))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dp[i][j] = dp[i - 1][j - 1];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else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dp[i][j] = 1+min(dp[i][j-1], dp[i-1][j],dp[i-1][j-1]);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dp[m][n];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dk1">
              <a:alpha val="67843"/>
            </a:schemeClr>
          </a:solidFill>
          <a:ln>
            <a:noFill/>
          </a:ln>
        </p:spPr>
        <p:txBody>
          <a:bodyPr anchorCtr="0" anchor="t" bIns="9144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dk1">
              <a:alpha val="67843"/>
            </a:schemeClr>
          </a:solidFill>
          <a:ln>
            <a:noFill/>
          </a:ln>
        </p:spPr>
        <p:txBody>
          <a:bodyPr anchorCtr="0" anchor="t" bIns="9144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23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24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26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27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28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29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30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31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32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33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34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35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37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38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39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40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41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42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43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44</a:t>
            </a:r>
            <a:endParaRPr/>
          </a:p>
        </p:txBody>
      </p:sp>
      <p:pic>
        <p:nvPicPr>
          <p:cNvPr id="218" name="Google Shape;21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600" y="6202800"/>
            <a:ext cx="2356664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7"/>
          <p:cNvPicPr preferRelativeResize="0"/>
          <p:nvPr/>
        </p:nvPicPr>
        <p:blipFill rotWithShape="1">
          <a:blip r:embed="rId3">
            <a:alphaModFix/>
          </a:blip>
          <a:srcRect b="848" l="1110" r="0" t="0"/>
          <a:stretch/>
        </p:blipFill>
        <p:spPr>
          <a:xfrm rot="355158">
            <a:off x="-214550" y="3101269"/>
            <a:ext cx="4219796" cy="3942674"/>
          </a:xfrm>
          <a:custGeom>
            <a:rect b="b" l="l" r="r" t="t"/>
            <a:pathLst>
              <a:path extrusionOk="0" h="3942674" w="4219796">
                <a:moveTo>
                  <a:pt x="0" y="0"/>
                </a:moveTo>
                <a:lnTo>
                  <a:pt x="4219796" y="0"/>
                </a:lnTo>
                <a:lnTo>
                  <a:pt x="4219796" y="3547546"/>
                </a:lnTo>
                <a:lnTo>
                  <a:pt x="408778" y="3942674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25" name="Google Shape;225;p7"/>
          <p:cNvSpPr/>
          <p:nvPr/>
        </p:nvSpPr>
        <p:spPr>
          <a:xfrm>
            <a:off x="0" y="2438400"/>
            <a:ext cx="12192000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0">
                <a:solidFill>
                  <a:srgbClr val="F05136"/>
                </a:solidFill>
                <a:latin typeface="Nunito Sans"/>
                <a:ea typeface="Nunito Sans"/>
                <a:cs typeface="Nunito Sans"/>
                <a:sym typeface="Nunito Sans"/>
              </a:rPr>
              <a:t>THANK YOU</a:t>
            </a:r>
            <a:endParaRPr b="1" sz="8000">
              <a:solidFill>
                <a:srgbClr val="F0513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" name="Google Shape;22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600" y="6202800"/>
            <a:ext cx="2356664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2024-01-12T10:22:56Z</dcterms:created>
  <dc:creator>UMAIYALAKSHMI UMAKANTH</dc:creator>
</cp:coreProperties>
</file>