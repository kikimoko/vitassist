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744" r:id="rId2"/>
    <p:sldId id="260" r:id="rId3"/>
    <p:sldId id="352" r:id="rId4"/>
    <p:sldId id="358" r:id="rId5"/>
    <p:sldId id="745" r:id="rId6"/>
    <p:sldId id="28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0BCE46-19FF-4126-B511-CD362902EE2E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01D4F-F1B7-4611-BC18-B63911C33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78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61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4ECBE-2A29-F04E-870D-A35BCC99A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ECDEA-4FF7-7666-F1E0-1D85CB32DD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B8B1-8A00-E3A6-8592-6B59BC30E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61324-3CAE-4DF3-B30C-DA9FF76443E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F84E4-1214-551A-8917-370D9AC55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1AF4A-3CFA-DE71-DF4C-57BA2A893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69BF-7CB4-4C92-928B-C7635D4CD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7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75AA5-3732-EEC6-B58A-7AF8FBA8C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45991-F151-003F-C39D-F1FB562EE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42CFA-B6DC-0CED-BCC7-79AE0DB7E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61324-3CAE-4DF3-B30C-DA9FF76443E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ECC9F-76F6-3EF2-9270-3FFBEA671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F5069-60FB-B82C-0C49-714184BBC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69BF-7CB4-4C92-928B-C7635D4CD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487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5BB84-A456-BFC3-5F2E-573065920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F821E-50D9-4DD0-6B71-6E116025E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F8B85-0119-32D1-9FC6-D0453BEBC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61324-3CAE-4DF3-B30C-DA9FF76443E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4DE9F-9855-65D9-BF4A-9020D890C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378AF-34B7-09E0-550A-826A36904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69BF-7CB4-4C92-928B-C7635D4CD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476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4F66E-CBD8-CF24-1BF2-087B27EAF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7D9BE-BC4F-D426-F613-E393C2C64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6BD3C-2D3E-B011-2157-2114E5C0A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5A627-35F3-5E78-E940-2F6AB43CB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61324-3CAE-4DF3-B30C-DA9FF76443E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47AE6-EF02-AD45-A05E-72C5BC4E1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D7561-D5C3-490D-863A-EE9E23DA1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69BF-7CB4-4C92-928B-C7635D4CD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136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F5459-796D-D21A-BBC1-9150B6667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5FCD9-C5D3-4051-531C-64D03B302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D480B-0C1B-87C5-CD4E-2BDF99158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44DBE4-9BD4-24D9-95C2-7F3AA6C142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3ED397-39C7-8750-E211-59BA42322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B47F8F-7FFE-34F5-8C2A-D14142C65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61324-3CAE-4DF3-B30C-DA9FF76443E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6D1692-A950-044E-6523-91E79BADC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7274A4-8C0E-1316-F9F9-9161EE1B2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69BF-7CB4-4C92-928B-C7635D4CD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3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7D851-C87C-E6AA-0B33-69383D4EA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7A3328-22E4-86BA-64D2-0953E12D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61324-3CAE-4DF3-B30C-DA9FF76443E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D2A81C-9A60-FCB1-D5F8-AA5667FF1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9D1CBF-487D-29A7-EEAB-174CBE878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69BF-7CB4-4C92-928B-C7635D4CD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271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576CC8-F4F9-FCF7-4DA1-C745C3C7D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61324-3CAE-4DF3-B30C-DA9FF76443E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9F29DC-4CD3-9A67-2DE7-AF6D6EEB9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3F2D7-49B6-6BC3-0C5B-371648C41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69BF-7CB4-4C92-928B-C7635D4CD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458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3F50E-280B-335A-353D-2916CB691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80373-CE69-0183-732F-AE7BD7C2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CCD0-85EC-7F14-51FE-B34D5B181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6567E-A2D0-32A8-A096-99C74E4D4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61324-3CAE-4DF3-B30C-DA9FF76443E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A996C-1494-6896-E10F-AAB47F146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7EDA6-086F-24B2-B61B-17CEBDA1A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69BF-7CB4-4C92-928B-C7635D4CD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708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91412-B4E2-0B5E-899C-D37EF783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D7C8E0-A745-5398-5171-3911F462CE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17BEA-3709-A0C4-3F62-FDAE8BBFA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DFFC9-6659-3E81-FB22-6C8810757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61324-3CAE-4DF3-B30C-DA9FF76443E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5468C-7466-EB14-34F1-E755FAE52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C02DC-00BD-1D48-8A23-5696A9425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69BF-7CB4-4C92-928B-C7635D4CD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784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24F7-B4D5-AA89-D426-F6E63053C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E1D496-6AD4-F25D-B0D6-745D83C16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4672A-BAC1-8446-5D8E-89C156975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61324-3CAE-4DF3-B30C-DA9FF76443E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D0AA4-C926-4A0A-A7A2-8FC7B2DB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F1FA2-5D22-27BA-49AD-3E68F67A4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69BF-7CB4-4C92-928B-C7635D4CD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975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DDBAF9-23FC-DDD7-3B3C-FF286E595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4CC68-001F-E10A-019E-DFDBBFCCB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4EB6B-BBF7-936B-12CE-218B7ED8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61324-3CAE-4DF3-B30C-DA9FF76443E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03AF1-3A00-928C-352D-12474AFBE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9E1D8-8847-AF79-C378-241E8B328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69BF-7CB4-4C92-928B-C7635D4CD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923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7F0629-42F7-9033-ED4F-691C42AE3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E7478-9139-7AD1-7D21-B6E5B3D3A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21DEC-4924-E0B2-EFEC-E35202696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61324-3CAE-4DF3-B30C-DA9FF76443E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0BFDC-3439-D3D5-0D6B-E7197056DC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4F19B-CE83-752D-E385-F3356D5D6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B69BF-7CB4-4C92-928B-C7635D4CD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028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Wildcard Matching</a:t>
            </a: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609600" y="782055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Wildcard Matching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762000" y="685802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EC088-43F9-4039-891A-2FC9B551E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5365"/>
            <a:ext cx="10515600" cy="4571598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000" b="0" i="0" dirty="0">
                <a:effectLst/>
                <a:latin typeface="Nunito Sans" pitchFamily="2" charset="0"/>
              </a:rPr>
              <a:t>Given a text and a wildcard pattern, find if the wildcard pattern is matching with the text. The matching should cover the entire text.</a:t>
            </a:r>
          </a:p>
          <a:p>
            <a:pPr marL="0" indent="0" algn="l">
              <a:buNone/>
            </a:pPr>
            <a:r>
              <a:rPr lang="en-US" sz="2000" b="1" i="0" dirty="0">
                <a:effectLst/>
                <a:latin typeface="Nunito Sans" pitchFamily="2" charset="0"/>
              </a:rPr>
              <a:t>Input Format:</a:t>
            </a:r>
            <a:endParaRPr lang="en-US" sz="2000" b="0" i="0" dirty="0">
              <a:effectLst/>
              <a:latin typeface="Nunito Sans" pitchFamily="2" charset="0"/>
            </a:endParaRPr>
          </a:p>
          <a:p>
            <a:pPr marL="0" indent="0" algn="l">
              <a:buNone/>
            </a:pPr>
            <a:r>
              <a:rPr lang="en-US" sz="2000" b="0" i="0" dirty="0">
                <a:effectLst/>
                <a:latin typeface="Nunito Sans" pitchFamily="2" charset="0"/>
              </a:rPr>
              <a:t>Input1 =&gt; String</a:t>
            </a:r>
          </a:p>
          <a:p>
            <a:pPr marL="0" indent="0" algn="l">
              <a:buNone/>
            </a:pPr>
            <a:r>
              <a:rPr lang="en-US" sz="2000" b="0" i="0" dirty="0">
                <a:effectLst/>
                <a:latin typeface="Nunito Sans" pitchFamily="2" charset="0"/>
              </a:rPr>
              <a:t>Input2 =&gt; Pattern</a:t>
            </a:r>
          </a:p>
          <a:p>
            <a:pPr marL="0" indent="0" algn="l">
              <a:buNone/>
            </a:pPr>
            <a:r>
              <a:rPr lang="en-US" sz="2000" b="1" i="0" dirty="0">
                <a:effectLst/>
                <a:latin typeface="Nunito Sans" pitchFamily="2" charset="0"/>
              </a:rPr>
              <a:t>Output Format:</a:t>
            </a:r>
            <a:endParaRPr lang="en-US" sz="2000" b="0" i="0" dirty="0">
              <a:effectLst/>
              <a:latin typeface="Nunito Sans" pitchFamily="2" charset="0"/>
            </a:endParaRPr>
          </a:p>
          <a:p>
            <a:pPr marL="0" indent="0" algn="l">
              <a:buNone/>
            </a:pPr>
            <a:r>
              <a:rPr lang="en-US" sz="2000" b="0" i="0" dirty="0">
                <a:effectLst/>
                <a:latin typeface="Nunito Sans" pitchFamily="2" charset="0"/>
              </a:rPr>
              <a:t>Output is a string true or false</a:t>
            </a:r>
          </a:p>
          <a:p>
            <a:pPr marL="0" indent="0" algn="l">
              <a:buNone/>
            </a:pPr>
            <a:r>
              <a:rPr lang="en-US" sz="2000" b="1" i="0" dirty="0">
                <a:effectLst/>
                <a:latin typeface="Nunito Sans" pitchFamily="2" charset="0"/>
              </a:rPr>
              <a:t>Sample Input:</a:t>
            </a:r>
            <a:endParaRPr lang="en-US" sz="2000" b="0" i="0" dirty="0">
              <a:effectLst/>
              <a:latin typeface="Nunito Sans" pitchFamily="2" charset="0"/>
            </a:endParaRPr>
          </a:p>
          <a:p>
            <a:pPr marL="0" indent="0" algn="l">
              <a:buNone/>
            </a:pPr>
            <a:r>
              <a:rPr lang="en-US" sz="2000" b="0" i="0" dirty="0" err="1">
                <a:effectLst/>
                <a:latin typeface="Nunito Sans" pitchFamily="2" charset="0"/>
              </a:rPr>
              <a:t>abby</a:t>
            </a:r>
            <a:endParaRPr lang="en-US" sz="2000" b="0" i="0" dirty="0">
              <a:effectLst/>
              <a:latin typeface="Nunito Sans" pitchFamily="2" charset="0"/>
            </a:endParaRPr>
          </a:p>
          <a:p>
            <a:pPr marL="0" indent="0" algn="l">
              <a:buNone/>
            </a:pPr>
            <a:r>
              <a:rPr lang="en-US" sz="2000" b="0" i="0" dirty="0">
                <a:effectLst/>
                <a:latin typeface="Nunito Sans" pitchFamily="2" charset="0"/>
              </a:rPr>
              <a:t>a*y</a:t>
            </a:r>
          </a:p>
          <a:p>
            <a:pPr marL="0" indent="0" algn="l">
              <a:buNone/>
            </a:pPr>
            <a:r>
              <a:rPr lang="en-US" sz="2000" b="1" i="0" dirty="0">
                <a:effectLst/>
                <a:latin typeface="Nunito Sans" pitchFamily="2" charset="0"/>
              </a:rPr>
              <a:t>Sample Output:</a:t>
            </a:r>
            <a:endParaRPr lang="en-US" sz="2000" b="0" i="0" dirty="0">
              <a:effectLst/>
              <a:latin typeface="Nunito Sans" pitchFamily="2" charset="0"/>
            </a:endParaRPr>
          </a:p>
          <a:p>
            <a:pPr marL="0" indent="0" algn="l">
              <a:buNone/>
            </a:pPr>
            <a:r>
              <a:rPr lang="en-US" sz="2000" b="0" i="0" dirty="0">
                <a:effectLst/>
                <a:latin typeface="Nunito Sans" pitchFamily="2" charset="0"/>
              </a:rPr>
              <a:t>true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62E180-8003-16A2-70BB-B0759AA7E1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411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Main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helper(int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 j, String s, String p, Boolean[][]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s.length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for (int k = j; k &lt;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p.length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k++)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p.charAt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(k) != '*')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return false;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true;}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(j ==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p.length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false;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][j] != null)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][j];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s.charAt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==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p.charAt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(j) ||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p.charAt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(j) == '?')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][j] = helper(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+ 1, j + 1, s, p,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else 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p.charAt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(j) == '*')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][j] = helper(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+ 1, j, s, p,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|| helper(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j + 1, s, p,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][j] = false;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public static void main(String args[])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Scanner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Scanner(System.in);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String s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String p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Boolean[][]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Boolean[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s.length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()][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p.length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(helper(0, 0, s, p,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4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484</Words>
  <Application>Microsoft Office PowerPoint</Application>
  <PresentationFormat>Widescreen</PresentationFormat>
  <Paragraphs>95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3</cp:revision>
  <dcterms:created xsi:type="dcterms:W3CDTF">2024-01-13T10:01:41Z</dcterms:created>
  <dcterms:modified xsi:type="dcterms:W3CDTF">2024-01-16T08:46:33Z</dcterms:modified>
</cp:coreProperties>
</file>